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hyperlink" Target="https://pangea.cloud/services/ai-guard/" TargetMode="Externa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Source:</a:t>
            </a:r>
            <a:r>
              <a:rPr>
                <a:hlinkClick r:id="rId3"/>
              </a:rPr>
              <a:t> Pangea</a:t>
            </a:r>
          </a:p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t>Protection Cookbook</a:t>
            </a:r>
          </a:p>
          <a:p>
            <a:r>
              <a:t>Securing AI Data and Pipelines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Protection Cookbook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rPr b="1"/>
              <a:t>Protection Cookbook
</a:t>
            </a:r>
            <a:r>
              <a:t>Securing AI Data and Pipelines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Protection Cookbook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pinch of 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Prompt Guard for prompt injection detection</a:t>
            </a:r>
          </a:p>
          <a:p>
            <a:r>
              <a:t> Redact for sensitive information detection and transformation</a:t>
            </a:r>
          </a:p>
          <a:p>
            <a:r>
              <a:t> Secure Audit Log for sensitive information access tracking</a:t>
            </a:r>
          </a:p>
          <a:p>
            <a:r>
              <a:t> Sanitize to protect against malicious links</a:t>
            </a:r>
          </a:p>
          <a:p>
            <a:r>
              <a:t> Threat Intelligence to detect malicious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Recipe book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prot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7507224" cy="3957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Recipe book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prot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7507224" cy="39092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Protectors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prot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7507224" cy="34345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Protectors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prot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7507224" cy="38543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t>Protection Cookbook
</a:t>
            </a:r>
            <a:r>
              <a:rPr b="1"/>
              <a:t>Securing AI Data and Pipelines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Securing AI Data and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